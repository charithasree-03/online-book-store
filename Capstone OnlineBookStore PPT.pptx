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0" r:id="rId2"/>
    <p:sldId id="4421" r:id="rId3"/>
    <p:sldId id="4422" r:id="rId4"/>
    <p:sldId id="4423" r:id="rId5"/>
    <p:sldId id="4424" r:id="rId6"/>
    <p:sldId id="4425" r:id="rId7"/>
    <p:sldId id="4426" r:id="rId8"/>
    <p:sldId id="4427" r:id="rId9"/>
    <p:sldId id="4428" r:id="rId10"/>
    <p:sldId id="4429" r:id="rId11"/>
    <p:sldId id="4430" r:id="rId12"/>
    <p:sldId id="4434" r:id="rId13"/>
    <p:sldId id="4431" r:id="rId14"/>
    <p:sldId id="4432" r:id="rId15"/>
    <p:sldId id="4433" r:id="rId16"/>
    <p:sldId id="4436" r:id="rId17"/>
    <p:sldId id="4437" r:id="rId18"/>
    <p:sldId id="4446" r:id="rId19"/>
    <p:sldId id="4438" r:id="rId20"/>
    <p:sldId id="4439" r:id="rId21"/>
    <p:sldId id="4447" r:id="rId22"/>
    <p:sldId id="4441" r:id="rId23"/>
    <p:sldId id="4442" r:id="rId24"/>
    <p:sldId id="444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2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Enuguru Charitha Sree ,</a:t>
            </a:r>
            <a:r>
              <a:rPr lang="en-US" sz="2400" dirty="0" err="1">
                <a:solidFill>
                  <a:srgbClr val="FFFFFF"/>
                </a:solidFill>
                <a:latin typeface="HK Grotesk" pitchFamily="2" charset="77"/>
              </a:rPr>
              <a:t>G.Mohan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Sri Sai (TEAM-6)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Online Book 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431513" y="1167761"/>
            <a:ext cx="1108072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Introduction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The Online Book Store is a web-based catalog management application developed to manage book information in an efficient, secure, and structured manner</a:t>
            </a:r>
            <a:r>
              <a:rPr lang="en-US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The Online Book Store is a web-based catalog management application developed to manage book information in an efficient, secure, and structured manner.</a:t>
            </a:r>
          </a:p>
          <a:p>
            <a:pPr algn="just"/>
            <a:endParaRPr lang="en-US" sz="2200" dirty="0"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The system is built using Angular for the frontend, Spring Boot for the backend, and a relational database such as MySQL or PostgreSQL for data storage. It follows a RESTful API-based architecture and is containerized using Docker for scalable deployment on Microsoft Azure.</a:t>
            </a:r>
            <a:endParaRPr lang="en-US" sz="2200" dirty="0"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D3032-B556-A91A-981E-8250A33CE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862E1825-6333-41D5-E771-CF08492BD77E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D7400C0-485A-874F-6D5D-115D01E82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34A314C-6C61-4D84-1B85-2D54121D8D9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7CB2D-20DA-B466-107D-17102AE1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992C1-F4CE-9AC8-B9C3-CA40A6B2E3A6}"/>
              </a:ext>
            </a:extLst>
          </p:cNvPr>
          <p:cNvSpPr txBox="1"/>
          <p:nvPr/>
        </p:nvSpPr>
        <p:spPr>
          <a:xfrm>
            <a:off x="431513" y="1474619"/>
            <a:ext cx="1108072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187CC"/>
                </a:solidFill>
                <a:latin typeface="HK Grotesk"/>
              </a:rPr>
              <a:t>Problem Statement 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/>
              <a:t>In many book  stores, book catalog and inventory details are still managed using spreadsheets or manual registers, which leads to:</a:t>
            </a: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Data redundancy and inconsistency in book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Difficulty in searching books by title or author.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Higher chances of human errors in stock and price updates.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Lack of centralized access control and data security.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Time-consuming processes for updating and maintaining book records.</a:t>
            </a: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/>
              <a:t>There is a need for a robust, secure, and scalable online book  store system that enables efficient management of book catalog, and user interactions with minimal manual effort.</a:t>
            </a:r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21424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BEB73-466C-0D03-3CC4-644E6AC1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CF2EE09-856A-C061-DE90-4CA50D407FA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A82B561-06E1-43F3-D7E6-06784041A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55E6433-F75B-30FC-924C-40851BFBD08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32FA7-E604-83BC-6BA4-AA2E14FF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6EEE1-E46D-B711-3451-D61CCEA2433F}"/>
              </a:ext>
            </a:extLst>
          </p:cNvPr>
          <p:cNvSpPr txBox="1"/>
          <p:nvPr/>
        </p:nvSpPr>
        <p:spPr>
          <a:xfrm>
            <a:off x="431513" y="1358125"/>
            <a:ext cx="1108072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Objectives: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/>
              <a:t>The key objectives of the Online Book Store system are:</a:t>
            </a: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To maintain book records in a centralized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To reduce manual errors in managing book details, pricing, and stock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To provide quick search and update functionality for 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To ensure data accuracy and proper validation of book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To implement a scalable and maintainable system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To provide a user-friendly and responsive web interface</a:t>
            </a:r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35843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AA7F-E173-669B-1B0C-F636A8E01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346FCAD-33FF-4924-74CE-0C74F391DDC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C1B8075-AFE0-BCA2-8C45-33660646F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90169E1-533F-8E81-8199-8D7ADDBB08D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425B0-9D6D-8BAB-21F9-D2B1C745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B3C11-CBFB-623A-828B-B87BD2B672C2}"/>
              </a:ext>
            </a:extLst>
          </p:cNvPr>
          <p:cNvSpPr txBox="1"/>
          <p:nvPr/>
        </p:nvSpPr>
        <p:spPr>
          <a:xfrm>
            <a:off x="273074" y="1354574"/>
            <a:ext cx="1108072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Core Functionalities: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algn="just"/>
            <a:r>
              <a:rPr lang="en-US" sz="2200" dirty="0"/>
              <a:t>The system provides the following core functionalities: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Add new book records to the catalog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View book details such as title, author, price, and stock in an organized format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Update existing book information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Delete book records from the catalog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Search books by title or author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Perform input validation on both frontend and backend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Handle errors using global exception handling mechanisms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All operations are performed using RESTful APIs, ensuring loose coupling between the frontend and backend.</a:t>
            </a:r>
          </a:p>
        </p:txBody>
      </p:sp>
    </p:spTree>
    <p:extLst>
      <p:ext uri="{BB962C8B-B14F-4D97-AF65-F5344CB8AC3E}">
        <p14:creationId xmlns:p14="http://schemas.microsoft.com/office/powerpoint/2010/main" val="128566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D5A3-6818-183B-2089-8F4057B7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86C85CE4-B3F5-9AE1-7705-F1610DE645F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6EC1D6E-C60D-2D2C-7489-A69FFA330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FDFC1CD-B055-B171-9A0E-C8CFDBEC0F4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056FD-2A83-4DFC-3474-0E0703AA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301B7-1D76-79F2-6395-99A9D3BDE511}"/>
              </a:ext>
            </a:extLst>
          </p:cNvPr>
          <p:cNvSpPr txBox="1"/>
          <p:nvPr/>
        </p:nvSpPr>
        <p:spPr>
          <a:xfrm>
            <a:off x="555637" y="1339255"/>
            <a:ext cx="110807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Key Features: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User-friendly and responsive interface developed using Angular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Reactive forms with proper validation for book and user inputs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RESTful APIs to support CRUD operations on book catalog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Global exception handling implemented in the backend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Search and filter functionality for books by title or author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Secure database interaction using Spring Data JPA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Scalable and containerized deployment using Docker and 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413623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409B-E357-D8E7-041A-93EA5E76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4EBEF1C-BC52-3A23-1FC0-3A96C9458CA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1020D05-0C19-8225-3590-4CE5E32D0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AB15DF5-9C21-2121-A6AC-3C66A205D46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FE191-6A71-466C-E4CA-411704FA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EB9DB-0A13-2385-7C75-187943915796}"/>
              </a:ext>
            </a:extLst>
          </p:cNvPr>
          <p:cNvSpPr txBox="1"/>
          <p:nvPr/>
        </p:nvSpPr>
        <p:spPr>
          <a:xfrm>
            <a:off x="273075" y="971116"/>
            <a:ext cx="110807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RESTful API-Based Architecture:</a:t>
            </a:r>
          </a:p>
          <a:p>
            <a:pPr algn="just"/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The project follows a RESTful API architecture, where:</a:t>
            </a:r>
          </a:p>
          <a:p>
            <a:pPr algn="just"/>
            <a:endParaRPr lang="en-US" sz="2200" dirty="0"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Each operation is mapped to an HTTP method: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POST → Add Book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GET → View  Book(s)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PUT → Update Book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DELETE → Delete Book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APIs return JSON responses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Stateless communication is maintained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Clear separation between frontend and backend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This architecture improves scalability, maintainability, and reusability of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492378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776DE-CB1D-471D-7636-A08116EF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93747DE-CC26-2DC4-057D-78171454B9C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ACCAF1A-446D-56BD-D5BA-50A5B5DC4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A1D7C51-C6BA-A8FB-40A6-99483D811B9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D762D-29A7-9B88-E096-3A314365B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69AB0-01B7-BCB2-BE1C-6077C34B14D3}"/>
              </a:ext>
            </a:extLst>
          </p:cNvPr>
          <p:cNvSpPr txBox="1"/>
          <p:nvPr/>
        </p:nvSpPr>
        <p:spPr>
          <a:xfrm>
            <a:off x="273075" y="971116"/>
            <a:ext cx="11080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Technology Stack:</a:t>
            </a:r>
          </a:p>
          <a:p>
            <a:pPr algn="just"/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algn="just"/>
            <a:r>
              <a:rPr lang="en-US" sz="2200" dirty="0">
                <a:latin typeface="HK Grotesk"/>
              </a:rPr>
              <a:t>1.</a:t>
            </a:r>
            <a:r>
              <a:rPr lang="en-US" sz="2200" u="sng" dirty="0">
                <a:latin typeface="HK Grotesk"/>
              </a:rPr>
              <a:t>Frontend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Angular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TypeScript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HTML, CSS, Bootstrap</a:t>
            </a:r>
          </a:p>
          <a:p>
            <a:pPr algn="just"/>
            <a:endParaRPr lang="en-US" sz="2200" dirty="0">
              <a:latin typeface="HK Grotesk"/>
            </a:endParaRPr>
          </a:p>
          <a:p>
            <a:pPr algn="just"/>
            <a:r>
              <a:rPr lang="en-US" sz="2200" dirty="0">
                <a:latin typeface="HK Grotesk"/>
              </a:rPr>
              <a:t>2.</a:t>
            </a:r>
            <a:r>
              <a:rPr lang="en-US" sz="2200" u="sng" dirty="0">
                <a:latin typeface="HK Grotesk"/>
              </a:rPr>
              <a:t>Backend  </a:t>
            </a:r>
            <a:r>
              <a:rPr lang="en-US" sz="2200" dirty="0">
                <a:latin typeface="HK Grotesk"/>
              </a:rPr>
              <a:t>                                                                               4. </a:t>
            </a:r>
            <a:r>
              <a:rPr lang="en-US" sz="2200" u="sng" dirty="0">
                <a:latin typeface="HK Grotesk"/>
              </a:rPr>
              <a:t>DevOps &amp; Deployment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Spring Boot                                                                          - Docker (Containerization)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Spring Data JPA                                                                   - Microsoft Azure App Service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REST APIs</a:t>
            </a:r>
          </a:p>
          <a:p>
            <a:pPr algn="just"/>
            <a:endParaRPr lang="en-US" sz="2200" dirty="0">
              <a:latin typeface="HK Grotesk"/>
            </a:endParaRPr>
          </a:p>
          <a:p>
            <a:pPr algn="just"/>
            <a:r>
              <a:rPr lang="en-US" sz="2200" dirty="0">
                <a:latin typeface="HK Grotesk"/>
              </a:rPr>
              <a:t>3.</a:t>
            </a:r>
            <a:r>
              <a:rPr lang="en-US" sz="2200" u="sng" dirty="0">
                <a:latin typeface="HK Grotesk"/>
              </a:rPr>
              <a:t>Database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H2 / PostgreSQL</a:t>
            </a:r>
          </a:p>
        </p:txBody>
      </p:sp>
    </p:spTree>
    <p:extLst>
      <p:ext uri="{BB962C8B-B14F-4D97-AF65-F5344CB8AC3E}">
        <p14:creationId xmlns:p14="http://schemas.microsoft.com/office/powerpoint/2010/main" val="1001191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59DC2-CEB1-4C9E-E6BD-E2EB04BDB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792C2B5-0E1E-395F-4878-1FFD5B3F8BA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28A7DE0-EE2B-EE6C-AB9B-E7957A1AD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AC7DAD6-6BD0-3C2F-DE03-F23A448BAE9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84713-09BB-6412-BA30-85445FC3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A4F68-A995-6CA7-7245-10CA9773B873}"/>
              </a:ext>
            </a:extLst>
          </p:cNvPr>
          <p:cNvSpPr txBox="1"/>
          <p:nvPr/>
        </p:nvSpPr>
        <p:spPr>
          <a:xfrm>
            <a:off x="273075" y="971116"/>
            <a:ext cx="1108072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User Interface: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Dashboard with navigation menu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Add Book form with proper validations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Book List view in an organized layout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View Book details page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Update Book form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Search books by title or author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The user interface updates in real time when book records are added, updated, or deleted, providing a smooth and responsive user experience.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089777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64F4D-0666-C176-77D8-7F9EA410D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AFA3F4A-4940-8883-C3DE-E962C760714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535D18E-0571-6D6F-AD92-6DA014012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BD49C45-B6C3-570B-505A-D514AD678A1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62D2D-C9FE-2F56-10BE-22D5A19D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AC121-0906-10C3-B7B9-9E98193802F5}"/>
              </a:ext>
            </a:extLst>
          </p:cNvPr>
          <p:cNvSpPr txBox="1"/>
          <p:nvPr/>
        </p:nvSpPr>
        <p:spPr>
          <a:xfrm>
            <a:off x="273075" y="873245"/>
            <a:ext cx="11080725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Application Workflow: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User opens the application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User logs in as USER or ADMIN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User navigates to the Add Book or Book Management page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User enters book details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Form validation occurs on the frontend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Data is sent to the backend through REST APIs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Backend validates and processes the request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Data is stored in the database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Book list is refreshed automatically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User can view, update, or delete book records based on role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This ensures efficient and real-time management of the online book s tore system</a:t>
            </a:r>
            <a:r>
              <a:rPr lang="en-US" sz="2400" dirty="0"/>
              <a:t>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919986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07200-BC01-1039-9FB5-FFB92C6B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E5A152F-FB38-EC39-419D-4D654D47EF8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9CB2A5F-E417-87FB-D5E6-E220EEB74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2BF1671-0C5B-718A-AF4A-6E1B855BC469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2455-28C4-852F-E7C1-75813EB5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CC3A1-1F98-6AE5-CC88-A4171EBDC2C6}"/>
              </a:ext>
            </a:extLst>
          </p:cNvPr>
          <p:cNvSpPr txBox="1"/>
          <p:nvPr/>
        </p:nvSpPr>
        <p:spPr>
          <a:xfrm>
            <a:off x="273075" y="971116"/>
            <a:ext cx="110807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DevOps &amp; Deployment:</a:t>
            </a:r>
          </a:p>
          <a:p>
            <a:pPr algn="just"/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algn="just"/>
            <a:r>
              <a:rPr lang="en-US" sz="2200" dirty="0">
                <a:latin typeface="HK Grotesk"/>
              </a:rPr>
              <a:t>Docker: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Containerizes frontend and backend applications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Ensures consistent environment across development and production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Simplifies deployment process</a:t>
            </a:r>
          </a:p>
          <a:p>
            <a:pPr algn="just"/>
            <a:endParaRPr lang="en-US" sz="2200" dirty="0">
              <a:latin typeface="HK Grotesk"/>
            </a:endParaRPr>
          </a:p>
          <a:p>
            <a:pPr algn="just"/>
            <a:r>
              <a:rPr lang="en-US" sz="2200" dirty="0">
                <a:latin typeface="HK Grotesk"/>
              </a:rPr>
              <a:t>Azure: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Hosts backend Spring Boot APIs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Hosts Angular frontend application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Supports scalability and cloud deployment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HK Grotesk"/>
              </a:rPr>
              <a:t>Enables easy application management.</a:t>
            </a:r>
            <a:endParaRPr lang="en-US" sz="2800" dirty="0"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497844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D326-8AFA-4384-1ACB-72FF5B02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0CE1C5F0-F5A6-5F5E-AC98-006B580BA4D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B3B721F-3472-7EEE-4D38-0799BE9F1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BE1FAC8-6868-1832-4B30-932746B8101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30655-2849-72CA-19D4-59FE0D53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FF9F4-3495-D8EF-06EF-7EB6E4D0158C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Register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D78B72-D524-6940-958A-677AE5282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2" y="1527289"/>
            <a:ext cx="9447549" cy="482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58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E59EA-CCB2-D10E-E3C4-5EE6218B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B0D9338-E563-D734-BA68-10F7DE74139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4364A16-3039-8C5C-BBAC-FB980655C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866D4EC-E46B-1D60-D149-78181F987FA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43DA5-EBD8-2106-7F2E-6A439190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52309-D18E-8E9F-6617-6D6071E9FCAE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Login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502A39-1A85-4788-441C-8AC41F426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75" y="1528222"/>
            <a:ext cx="11564964" cy="435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07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EE4B4-F532-7F8E-7789-7F1546BF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5A117026-AAA9-1E0B-7056-D18757643215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78DA475-427A-C761-09D6-A640F5D1E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A1D76AA-8A88-8BF4-4C5B-BF6261860E0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83DCF-87C7-3D9B-E051-3EF7AE46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74F16F-600B-DADF-B1A8-B29E3161E98B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Adding Book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072E02-D094-55F1-4D37-AA9B69372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82" y="1525103"/>
            <a:ext cx="10274710" cy="476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13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D32BA-5E2E-3134-5204-334F9EDF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C394D6EA-9B37-1A44-08DE-3E6E3B35A62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FA951A9-9704-8305-6918-DDE4A762E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E46AD82-A14A-B0F5-B12B-5DCA1F54F0F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03594-00EF-A49B-3AB7-F9B16D50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EFA11-6653-32F2-B5D2-E21BF32AF6AA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Book List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70AA15-15B3-86DC-5106-543B2FA41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96" y="1528965"/>
            <a:ext cx="10510684" cy="486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52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E72F-BF5B-EA35-CDBC-6A593ACB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84C70AC-8DAA-5E0E-01B0-CAF0880B023D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C0B048D-AACC-9A86-A0CB-88E0320E9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B78F23A-BDCD-4927-BA07-A09CC45F7C2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D43AC-5304-8111-E5AB-C79DA5AC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62297-33D2-AFC0-CC19-E38BF14C9637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Add to cart 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634F01-A470-9644-4189-3D791E40F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26" y="1445342"/>
            <a:ext cx="11425084" cy="488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52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DDBA2-BA5B-4EF9-84D8-F3C838EC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5D7C86B-736F-9385-393D-DE6D541195B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8BAA935-74B3-FAA2-25C2-04E1EC784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82904E0-2A94-8BD3-38CA-4D3D525E96E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6CCB6-73B7-5C9A-D4C3-6F405E19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C4856-18FC-67A8-C581-4D8FA5326B03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User’s Data in DB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8001C7-A3FB-C93E-29C8-60E949C2B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80" y="1592239"/>
            <a:ext cx="11779045" cy="479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41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A211-4E8A-5373-EA2C-CF948A06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0ABC6A06-D829-7BCA-1C66-CD6639217BE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F526700-B779-BFB5-8B6C-B720DD2C9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237D486-E232-88E2-EA6D-417A137E1BF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99B9B-726E-7503-29CB-1DBF61FC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1077C6-4836-92CA-5D98-64B7F3076537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User’s Data in DB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FCA317-4EA0-2B09-2AFE-D49725C00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80" y="1592239"/>
            <a:ext cx="11779045" cy="479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30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F436-880C-EBE4-B39D-279B1D8CF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A71C559-BAE3-A468-519E-0E416014B9C5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A6F550E-FA42-D8AA-7214-7D9525CE1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5B39310-C8F0-DEBC-636E-DF950288692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CF406-818D-C093-770E-CFF4F1E3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4F659-A06B-5DE4-8914-04C31873E094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Container running in Docker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53A49F-6A64-1308-B07E-461D4758A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71" y="1621971"/>
            <a:ext cx="9612086" cy="498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79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E2483-3815-3604-18BE-5664A590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5586F2F-D5FC-F506-D2C3-9AFE186521E1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E1D9CE5-91FB-E418-FFC2-5522F5904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9E5E17B-99A8-30BD-2BF5-2AD802C8199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98E4D-5C57-A6EF-0A14-D1B90BE4C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15533-A281-6791-9398-7C99C676A8E1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Images created in Docker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DBD83E-BD39-67C0-67C6-4C72F0774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96" y="1691148"/>
            <a:ext cx="10257733" cy="456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30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0431C-A690-334F-AB8D-53552434C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F2A2E86-2821-C0E6-05DB-0E9E0D970C2A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4843C6A-CB0E-5EE8-A155-AFEFAA04C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31ED8CE-E0CA-D7C3-1171-0323F995E4E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21302-4FDB-4557-084A-C58CC3129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899B2-2754-F3EE-7CCB-F61621A58153}"/>
              </a:ext>
            </a:extLst>
          </p:cNvPr>
          <p:cNvSpPr txBox="1"/>
          <p:nvPr/>
        </p:nvSpPr>
        <p:spPr>
          <a:xfrm>
            <a:off x="273075" y="911773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Database In Azure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3869A2-6C58-0018-749B-5E75785DC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94373"/>
            <a:ext cx="10183754" cy="471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73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AFE7D-C768-CDDE-19CD-3ADB03E6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6081F14-C7BC-9A52-2A85-ED4943AE69F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4372B1C-1665-040F-E632-B15027241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C81609B-9C47-89AD-7825-CFC5A628292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08F1C-D97B-AE64-2058-479919EB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C4354-1B1E-2625-163A-F8750E2EBE57}"/>
              </a:ext>
            </a:extLst>
          </p:cNvPr>
          <p:cNvSpPr txBox="1"/>
          <p:nvPr/>
        </p:nvSpPr>
        <p:spPr>
          <a:xfrm>
            <a:off x="273075" y="971116"/>
            <a:ext cx="110807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4D67C6-D996-9005-3EEB-AB9D179B5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57" y="976478"/>
            <a:ext cx="10684160" cy="534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98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EFF38-0C91-EF33-6937-02D2FA12E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54F707A9-77DC-DE9B-B937-22351ED74C22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>
                <a:solidFill>
                  <a:srgbClr val="0187CC"/>
                </a:solidFill>
                <a:latin typeface="HK Grotesk Bold"/>
              </a:rPr>
              <a:t>Online Book Store</a:t>
            </a:r>
          </a:p>
          <a:p>
            <a:pPr>
              <a:spcBef>
                <a:spcPct val="0"/>
              </a:spcBef>
            </a:pP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A6320F3-F499-461D-EEE8-1DA4ADB31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FA03FBA-0B9F-A68D-6383-E06C83ED439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2FA71-F80E-308E-615E-47E037E70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4C0499-82D6-C62D-D428-01CE67BAC070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Project pushed into GitHub</a:t>
            </a:r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96AF57-9991-3C9F-D765-5B6CEF534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70" y="1494503"/>
            <a:ext cx="10972801" cy="466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65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15022-694F-BFE2-13A0-0FCF482F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B0FB813-F2EC-E75B-A22C-36F8EB09856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Online Book Store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D8BC4B7-1901-1333-68DC-537DD6CE3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308F7AB-DCDF-A51D-E9BE-9FC906BD290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D545A-F57B-E26C-9D5A-50469152F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4E45A-9345-7969-C5B3-41CA16693DE0}"/>
              </a:ext>
            </a:extLst>
          </p:cNvPr>
          <p:cNvSpPr txBox="1"/>
          <p:nvPr/>
        </p:nvSpPr>
        <p:spPr>
          <a:xfrm>
            <a:off x="273075" y="971116"/>
            <a:ext cx="110807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Conclusion: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Employee Management System provides an efficient way to manage employee records digitally.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It supports CRUD operations with secure and validated data handling.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Angular delivers a responsive and interactive user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Spring Boot with RESTful APIs handles backend business logic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database ensures reliable data storage and quick retrieval.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Deployment on Docker and Microsoft Azure enables scalability, reliability, and cloud readiness.</a:t>
            </a:r>
          </a:p>
        </p:txBody>
      </p:sp>
    </p:spTree>
    <p:extLst>
      <p:ext uri="{BB962C8B-B14F-4D97-AF65-F5344CB8AC3E}">
        <p14:creationId xmlns:p14="http://schemas.microsoft.com/office/powerpoint/2010/main" val="4294525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3782</TotalTime>
  <Words>1136</Words>
  <Application>Microsoft Office PowerPoint</Application>
  <PresentationFormat>Widescreen</PresentationFormat>
  <Paragraphs>206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Enuguru charitha sree</cp:lastModifiedBy>
  <cp:revision>25</cp:revision>
  <dcterms:created xsi:type="dcterms:W3CDTF">2024-05-04T13:11:57Z</dcterms:created>
  <dcterms:modified xsi:type="dcterms:W3CDTF">2026-02-09T15:32:46Z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